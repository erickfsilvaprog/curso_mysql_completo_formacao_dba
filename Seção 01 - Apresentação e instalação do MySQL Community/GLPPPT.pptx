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874DF-EA3D-4533-A439-337D5BAE096C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32D9A-EFD4-4361-A7B4-FDC37FD4F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34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874DF-EA3D-4533-A439-337D5BAE096C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32D9A-EFD4-4361-A7B4-FDC37FD4F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704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874DF-EA3D-4533-A439-337D5BAE096C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32D9A-EFD4-4361-A7B4-FDC37FD4F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248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874DF-EA3D-4533-A439-337D5BAE096C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32D9A-EFD4-4361-A7B4-FDC37FD4F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687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874DF-EA3D-4533-A439-337D5BAE096C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32D9A-EFD4-4361-A7B4-FDC37FD4F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3116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874DF-EA3D-4533-A439-337D5BAE096C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32D9A-EFD4-4361-A7B4-FDC37FD4F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770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874DF-EA3D-4533-A439-337D5BAE096C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32D9A-EFD4-4361-A7B4-FDC37FD4F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9160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874DF-EA3D-4533-A439-337D5BAE096C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32D9A-EFD4-4361-A7B4-FDC37FD4F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7855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874DF-EA3D-4533-A439-337D5BAE096C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32D9A-EFD4-4361-A7B4-FDC37FD4F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9545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874DF-EA3D-4533-A439-337D5BAE096C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32D9A-EFD4-4361-A7B4-FDC37FD4F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945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874DF-EA3D-4533-A439-337D5BAE096C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32D9A-EFD4-4361-A7B4-FDC37FD4F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867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874DF-EA3D-4533-A439-337D5BAE096C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32D9A-EFD4-4361-A7B4-FDC37FD4F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153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86264" y="58847"/>
            <a:ext cx="1210573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u="sng" dirty="0" smtClean="0">
                <a:solidFill>
                  <a:srgbClr val="FF0000"/>
                </a:solidFill>
              </a:rPr>
              <a:t>ATENÇÃO:</a:t>
            </a:r>
          </a:p>
          <a:p>
            <a:endParaRPr lang="pt-BR" dirty="0" smtClean="0"/>
          </a:p>
          <a:p>
            <a:r>
              <a:rPr lang="pt-BR" dirty="0"/>
              <a:t>L</a:t>
            </a:r>
            <a:r>
              <a:rPr lang="pt-BR" dirty="0" smtClean="0"/>
              <a:t>IVRE QUER DIZER QUE O CODIGO FONTE É ABERTO PARA COMUNIDADE FAZER MELHORIAS, EM UMA VERSÃO ESPECIFICA CHAMADA MYSQL COMUNITY.</a:t>
            </a:r>
          </a:p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MAS A LICENÇA DO MYSQL É GRATUITA APENAS SE O SOFTWARE QUE FOR UTILIZAR ESTA VERSÃO MYSQL COMUNITY NÃO FOR VENDIDO E QUE O DISTRIBUA COMO GLP.  </a:t>
            </a:r>
            <a:br>
              <a:rPr lang="pt-BR" dirty="0" smtClean="0"/>
            </a:br>
            <a:r>
              <a:rPr lang="pt-BR" dirty="0" smtClean="0"/>
              <a:t>https://www.mysql.com/products/community/</a:t>
            </a:r>
          </a:p>
          <a:p>
            <a:endParaRPr lang="pt-BR" dirty="0" smtClean="0"/>
          </a:p>
          <a:p>
            <a:r>
              <a:rPr lang="pt-BR" dirty="0" smtClean="0"/>
              <a:t>RESUMINDO, NÃO TEM QUE PAGAR PELA LICENCA DO MYSQL, DESDE QUE:</a:t>
            </a:r>
          </a:p>
          <a:p>
            <a:endParaRPr lang="pt-BR" dirty="0" smtClean="0"/>
          </a:p>
          <a:p>
            <a:r>
              <a:rPr lang="pt-BR" dirty="0" smtClean="0"/>
              <a:t>- Você NÃO distribua o MySQL com sua aplicação comercial(vendida) com código fonte fechado, pois se for este caso, terá que ter uma licença paga do MySQL.</a:t>
            </a:r>
          </a:p>
          <a:p>
            <a:r>
              <a:rPr lang="pt-BR" dirty="0" smtClean="0"/>
              <a:t>- Você use o MySQL internamente mas não distribua o MYSQL com sua aplicação comercial com código fonte fechado.</a:t>
            </a:r>
          </a:p>
          <a:p>
            <a:r>
              <a:rPr lang="pt-BR" dirty="0" smtClean="0"/>
              <a:t>- Use em ambientes de desenvolvimento, mas se este software depois for vendido para terceiros com código fechado e use o MYSQL, precisa comprar licença.</a:t>
            </a:r>
          </a:p>
          <a:p>
            <a:endParaRPr lang="pt-BR" dirty="0" smtClean="0"/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4091896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Sandro Servino</dc:creator>
  <cp:lastModifiedBy>Sandro Servino</cp:lastModifiedBy>
  <cp:revision>4</cp:revision>
  <dcterms:created xsi:type="dcterms:W3CDTF">2021-12-02T18:42:32Z</dcterms:created>
  <dcterms:modified xsi:type="dcterms:W3CDTF">2021-12-02T18:51:39Z</dcterms:modified>
</cp:coreProperties>
</file>